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00E5FF"/>
                </a:solidFill>
                <a:latin typeface="맑은 고딕"/>
              </a:defRPr>
            </a:pPr>
            <a:r>
              <a:t>📊 기술본부 업무량 및 지원 시간 분석 대시보드</a:t>
            </a:r>
          </a:p>
          <a:p>
            <a:pPr>
              <a:spcAft>
                <a:spcPts val="2000"/>
              </a:spcAft>
              <a:defRPr sz="3600" b="1">
                <a:solidFill>
                  <a:srgbClr val="F8FAFC"/>
                </a:solidFill>
                <a:latin typeface="맑은 고딕"/>
              </a:defRPr>
            </a:pPr>
            <a:r>
              <a:t>다른 PC 간편 설치 및 실행 / 업데이트 가이드</a:t>
            </a:r>
          </a:p>
          <a:p>
            <a:pPr>
              <a:defRPr sz="1600">
                <a:solidFill>
                  <a:srgbClr val="94A3B8"/>
                </a:solidFill>
                <a:latin typeface="맑은 고딕"/>
              </a:defRPr>
            </a:pPr>
            <a:r>
              <a:t>GitHub 저장소(PublicRepo) 연동 및 원클릭 배치 파일(.bat) 구동 매뉴얼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E676"/>
                </a:solidFill>
                <a:latin typeface="맑은 고딕"/>
              </a:defRPr>
            </a:pPr>
            <a:r>
              <a:t>기술본부 | 독립 로컬 SQLite 및 PC 카카오톡 10분 자동 수집 시스템 탑재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맑은 고딕"/>
              </a:defRPr>
            </a:pPr>
            <a:r>
              <a:t>■ 대시보드 배포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맑은 고딕"/>
              </a:defRPr>
            </a:pPr>
            <a:r>
              <a:t>Step 1. 다른 PC 최초 1회 사전 준비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0E5FF"/>
                </a:solidFill>
                <a:latin typeface="맑은 고딕"/>
              </a:defRPr>
            </a:pPr>
            <a:r>
              <a:t>1. Python 3.10+ 설치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Python 공식 홈페이지(python.org)에서 다운로드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맑은 고딕"/>
              </a:defRPr>
            </a:pPr>
            <a:r>
              <a:t>• ★ 설치 화면에서 [Add python.exe to PATH] 반드시 체크!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설치 완료 후 터미널에서 python --version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0E676"/>
                </a:solidFill>
                <a:latin typeface="맑은 고딕"/>
              </a:defRPr>
            </a:pPr>
            <a:r>
              <a:t>2. 저장소(PublicRepo) 복사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맑은 고딕"/>
              </a:defRPr>
            </a:pPr>
            <a:r>
              <a:t>• 방법 A (Git 사용): git clone https://github.com/newprim82/PublicRepo.git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맑은 고딕"/>
              </a:defRPr>
            </a:pPr>
            <a:r>
              <a:t>• 방법 B (ZIP 다운로드): GitHub 페이지에서 [Code] &gt; [Download ZIP] 후 압축 해제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원하는 폴더(예: C:\Python)에 배치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AB00"/>
                </a:solidFill>
                <a:latin typeface="맑은 고딕"/>
              </a:defRPr>
            </a:pPr>
            <a:r>
              <a:t>3. 카카오톡 대화방 열기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해당 PC에서 PC 카카오톡 로그인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[기술본부] 업무공유방 창을 더블클릭하여 열어둠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맑은 고딕"/>
              </a:defRPr>
            </a:pPr>
            <a:r>
              <a:t>• 대시보드가 10분마다 자동으로 대화를 긁어와 동기화합니다.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맑은 고딕"/>
              </a:defRPr>
            </a:pPr>
            <a:r>
              <a:t>■ 대시보드 배포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맑은 고딕"/>
              </a:defRPr>
            </a:pPr>
            <a:r>
              <a:t>Step 2. 최초 1회 실행 방법 (원클릭 자동 설정)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0E676"/>
                </a:solidFill>
                <a:latin typeface="맑은 고딕"/>
              </a:defRPr>
            </a:pPr>
            <a:r>
              <a:t>🚀 setup_and_run.bat 더블 클릭!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1. 폴더 안에 있는 setup_and_run.bat 파일을 더블 클릭합니다.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2. 대시보드 구동에 필요한 필수 패키지가 100% 자동 설치됩니다: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   - streamlit (웹 UI 및 대시보드 프레임워크)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   - pandas, plotly (데이터 통계 집계 및 인터랙티브 차트)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   - pywin32, uiautomation (카카오톡 자동 수집기)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3. 설치 완료 후 웹 브라우저(http://localhost:8501)가 자동으로 열리며 대시보드가 즉시 시작됩니다!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0E5FF"/>
                </a:solidFill>
                <a:latin typeface="맑은 고딕"/>
              </a:defRPr>
            </a:pPr>
            <a:r>
              <a:t>💾 기존 데이터(2,081건) 즉시 연동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• GitHub에 데이터베이스(data/worklog.db)가 함께 포함되어 있어,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  별도의 DB 세팅 없이 기존 작업 기록 2,081건이 즉시 로드됩니다.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• 팀원별 소속팀(기술 1팀~3팀, PI팀) 및 직급(사원~수석) 정보도 완벽하게 유지됩니다.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• 과중 근무(주 40h/52h) 알림 배너 및 보상 휴가 기록도 바로 확인 가능합니다.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맑은 고딕"/>
              </a:defRPr>
            </a:pPr>
            <a:r>
              <a:t>■ 대시보드 배포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맑은 고딕"/>
              </a:defRPr>
            </a:pPr>
            <a:r>
              <a:t>Step 3. 평소 실행 및 최신 업데이트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0E5FF"/>
                </a:solidFill>
                <a:latin typeface="맑은 고딕"/>
              </a:defRPr>
            </a:pPr>
            <a:r>
              <a:t>⚡ 평소 일상 실행 (매일 사용 시)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▶ 실행 파일: run_dashboard.bat 더블 클릭!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추가 설치 과정 없이 1초 만에 대시보드가 열립니다.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백그라운드에서 10분마다 [기술본부] 업무공유방 대화를 자동 수집합니다.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메인 상단 또는 사이드바의 [⚡ 즉시 수집] 버튼을 누르면 지금 즉시 최신 대화를 긁어옵니다.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0E676"/>
                </a:solidFill>
                <a:latin typeface="맑은 고딕"/>
              </a:defRPr>
            </a:pPr>
            <a:r>
              <a:t>🔄 내 PC에서 수정한 기능 반영 (업데이트 시)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  <a:latin typeface="맑은 고딕"/>
              </a:defRPr>
            </a:pPr>
            <a:r>
              <a:t>▶ 실행 파일: update_and_run.bat 더블 클릭!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내 PC에서 기능을 추가/수정하고 GitHub에 올렸을 때 사용합니다.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GitHub에서 최신 소스코드를 자동으로 git pull 받아옵니다.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맑은 고딕"/>
              </a:defRPr>
            </a:pPr>
            <a:r>
              <a:t>• 신규 패키지 설치 및 대시보드 실행까지 한 번에 자동 진행됩니다!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맑은 고딕"/>
              </a:defRPr>
            </a:pPr>
            <a:r>
              <a:t>■ 핵심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맑은 고딕"/>
              </a:defRPr>
            </a:pPr>
            <a:r>
              <a:t>💡 핵심 기능 및 편리한 사용 꿀팁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  <a:latin typeface="맑은 고딕"/>
              </a:defRPr>
            </a:pPr>
            <a:r>
              <a:t>🤖 카카오톡 10분 증분 자동 수집</a:t>
            </a:r>
          </a:p>
          <a:p>
            <a:pPr>
              <a:defRPr sz="1300">
                <a:solidFill>
                  <a:srgbClr val="F8FAFC"/>
                </a:solidFill>
                <a:latin typeface="맑은 고딕"/>
              </a:defRPr>
            </a:pPr>
            <a:r>
              <a:t>대화방 창을 열어두면 10분마다 안전하게(100% 읽기 전용) 긁어옵니다. 채팅방에 아무런 글자도 쳐지지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  <a:latin typeface="맑은 고딕"/>
              </a:defRPr>
            </a:pPr>
            <a:r>
              <a:t>⚡ 원클릭 즉시 수집</a:t>
            </a:r>
          </a:p>
          <a:p>
            <a:pPr>
              <a:defRPr sz="1300">
                <a:solidFill>
                  <a:srgbClr val="F8FAFC"/>
                </a:solidFill>
                <a:latin typeface="맑은 고딕"/>
              </a:defRPr>
            </a:pPr>
            <a:r>
              <a:t>10분을 기다리지 않고 지금 올라온 메시지를 즉시 반영하려면 [⚡ 즉시 수집] 버튼을 클릭하세요.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AB00"/>
                </a:solidFill>
                <a:latin typeface="맑은 고딕"/>
              </a:defRPr>
            </a:pPr>
            <a:r>
              <a:t>🚨 과중 근무 실시간 감지 &amp; 보상 휴가</a:t>
            </a:r>
          </a:p>
          <a:p>
            <a:pPr>
              <a:defRPr sz="1300">
                <a:solidFill>
                  <a:srgbClr val="F8FAFC"/>
                </a:solidFill>
                <a:latin typeface="맑은 고딕"/>
              </a:defRPr>
            </a:pPr>
            <a:r>
              <a:t>주 40h(주황색) / 주 52h(빨간색) 초과 인원이 반짝이는 네온 배너에 자동 감지되며, 클릭 시 보상 휴가 모달이 뜹니다.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  <a:latin typeface="맑은 고딕"/>
              </a:defRPr>
            </a:pPr>
            <a:r>
              <a:t>👔 직급 및 팀원 관리</a:t>
            </a:r>
          </a:p>
          <a:p>
            <a:pPr>
              <a:defRPr sz="1300">
                <a:solidFill>
                  <a:srgbClr val="F8FAFC"/>
                </a:solidFill>
                <a:latin typeface="맑은 고딕"/>
              </a:defRPr>
            </a:pPr>
            <a:r>
              <a:t>사원 / 대리 / 과장 / 수석 회사 표준 4대 직급이 적용되어 있으며, 필터와 팝업에서 직급별/팀별 분석이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